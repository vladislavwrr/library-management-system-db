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252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78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41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74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02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67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31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72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8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85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685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3373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726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537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143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349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71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D440D70-D27E-4F55-976E-F9977A6F9AE2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872AF-89FD-4FEA-B4D4-D3A0E8A644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4116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0321B-F3F4-8473-5C37-B386D28195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/>
              <a:t>Разработка информационной системы библиотечного фонда города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6D11EB-5513-9A32-3078-F31A7375CF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 СТУДЕНТ ГРУППЫ РИС-23-3б</a:t>
            </a:r>
            <a:r>
              <a:rPr lang="en-US" dirty="0"/>
              <a:t>: </a:t>
            </a:r>
            <a:r>
              <a:rPr lang="ru-RU" dirty="0"/>
              <a:t>Лысов </a:t>
            </a:r>
            <a:r>
              <a:rPr lang="ru-RU" dirty="0" err="1"/>
              <a:t>в.а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491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CC30E-69AA-72A5-F815-7EC3C356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6E488B-CDF6-766D-ECD1-F55DB74D3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43026"/>
            <a:ext cx="9626601" cy="4905374"/>
          </a:xfrm>
        </p:spPr>
        <p:txBody>
          <a:bodyPr>
            <a:normAutofit fontScale="92500"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Цель работы: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спроектировать и реализовать информационную систему для управления данными библиотечного фонда города с применением реляционной СУБД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Postgre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Задачи:</a:t>
            </a:r>
            <a:br>
              <a:rPr lang="ru-RU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области: определить основные сущности, связи и бизнес-правила, которые лежат в основе работы системы.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Спроектировать концептуальную, логическую и физическую модели данных.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Разработать веб-приложение с применением языков программирования: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520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A7F94-6CBB-B5AD-531E-AB144F2D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КОНЦЕПТУАЛЬНАЯ МОДЕЛЬ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B5CFF64-22F8-7301-AFF1-BAF98B4B4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23" y="1081434"/>
            <a:ext cx="11234166" cy="56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6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23252-C503-DFC3-9402-61B5469D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ВЫБОР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0CC9D8-E0C5-7772-DCF2-8F476F757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1" y="1528763"/>
            <a:ext cx="10671178" cy="4657725"/>
          </a:xfrm>
        </p:spPr>
        <p:txBody>
          <a:bodyPr>
            <a:norm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 SQL Server — это корпоративная СУБД, которая обладает мощным набором средств обеспечения безопасности, инструментов администрирования и высокой производительностью. </a:t>
            </a:r>
          </a:p>
          <a:p>
            <a:pPr indent="450215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это открытая и надежная система управления базами данных (СУБД), известная своей мощной поддержкой транзакций, гибкими типами данных и строгой системой обеспечения целостности</a:t>
            </a:r>
            <a:endParaRPr lang="ru-RU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MySQL — одна из самых популярных СУБД с открытым исходным кодом. Она выделяется легкостью развертывания, обширной экосистемой (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MySQL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Workbench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простым синтаксисом и высокой скоростью обработки запросов. </a:t>
            </a:r>
          </a:p>
          <a:p>
            <a:pPr indent="450215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6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SQLite</a:t>
            </a:r>
            <a:r>
              <a:rPr lang="ru-RU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это легкая встраиваемая СУБД, не требующая наличия сервера. Она прекрасно подходит для локальных приложений и демонстрационных версий, но не рассчитана на распределенный многопользовательский доступ и сложную систему разграничения прав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06985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C7458-94C1-813F-439C-385F23E3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</a:t>
            </a:r>
          </a:p>
        </p:txBody>
      </p:sp>
      <p:pic>
        <p:nvPicPr>
          <p:cNvPr id="4" name="Объект 3" descr="Изображение выглядит как диаграмма, План, зарисовка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96310AD-F5CD-7F39-3267-C3CBD3C11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763" y="1152983"/>
            <a:ext cx="6372225" cy="566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8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9D576-BB0D-7704-60FA-1622CDEA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МОДЕЛЬ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990D291-B35A-A44A-C46B-E86EC4D4B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662" y="1159711"/>
            <a:ext cx="10049426" cy="555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8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1C7E6-1CF8-E046-C721-E05E91A8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ПРИЛОЖЕНИЕ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C890BCB-4A64-BD6C-B496-48D363F6A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7450" y="1080177"/>
            <a:ext cx="7458075" cy="57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7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3D773-4311-8C20-A7AA-6D7BEF90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AB60DD-7FB3-2635-3E50-69F062F6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71576"/>
            <a:ext cx="9555163" cy="5076824"/>
          </a:xfrm>
        </p:spPr>
        <p:txBody>
          <a:bodyPr>
            <a:norm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Основные этапы работы и достигнутые результаты:</a:t>
            </a:r>
            <a:endParaRPr lang="ru-R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858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Анализ предметной области позволил нам выявить ключевые элементы системы, такие как библиотеки, залы, читатели, сотрудники и издания, а также установить их взаимосвязи. Мы сформулировали бизнес-правила, включая ограничения на выдачу литературы.</a:t>
            </a:r>
          </a:p>
          <a:p>
            <a:pPr marL="6858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Моделирование данных дало возможность перейти от концептуальной схемы, отражающей смысловые отношения между сущностями, к логической реляционной модели с таблицами, первичными и внешними ключами. Физическая реализация в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PostgreSQL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 использованием триггеров, CHECK-ограничений и представлений обеспечила соблюдение целостности данных и эффективность запросов.</a:t>
            </a:r>
            <a:endParaRPr lang="ru-R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6799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AC6C7-6FC1-8E0C-9AC0-BE95FD9C2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760" y="2728735"/>
            <a:ext cx="9404723" cy="1400530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0455909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310</Words>
  <Application>Microsoft Office PowerPoint</Application>
  <PresentationFormat>Широкоэкранный</PresentationFormat>
  <Paragraphs>21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Century Gothic</vt:lpstr>
      <vt:lpstr>Times New Roman</vt:lpstr>
      <vt:lpstr>Wingdings 3</vt:lpstr>
      <vt:lpstr>Ион</vt:lpstr>
      <vt:lpstr>Разработка информационной системы библиотечного фонда города</vt:lpstr>
      <vt:lpstr>Цель и задачи работы</vt:lpstr>
      <vt:lpstr>КОНЦЕПТУАЛЬНАЯ МОДЕЛЬ</vt:lpstr>
      <vt:lpstr>ВЫБОР СУБД</vt:lpstr>
      <vt:lpstr>ЛОГИЧЕСКАЯ МОДЕЛЬ</vt:lpstr>
      <vt:lpstr>ФИЗИЧЕСКАЯ МОДЕЛЬ</vt:lpstr>
      <vt:lpstr>ПРИЛОЖЕНИЕ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Lysov Vladislav</dc:creator>
  <cp:lastModifiedBy>Lysov Vladislav</cp:lastModifiedBy>
  <cp:revision>2</cp:revision>
  <dcterms:created xsi:type="dcterms:W3CDTF">2025-05-15T06:32:32Z</dcterms:created>
  <dcterms:modified xsi:type="dcterms:W3CDTF">2025-05-15T07:39:07Z</dcterms:modified>
</cp:coreProperties>
</file>